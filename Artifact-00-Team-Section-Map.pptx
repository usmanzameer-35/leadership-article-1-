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bda422cadf41ec" /><Relationship Type="http://schemas.openxmlformats.org/officeDocument/2006/relationships/extended-properties" Target="/docProps/app.xml" Id="R682f8728d80947fb" /><Relationship Type="http://schemas.openxmlformats.org/officeDocument/2006/relationships/officeDocument" Target="/ppt/presentation.xml" Id="R43f133a87a534d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1ab2444cb64b3d"/>
  </p:sldMasterIdLst>
  <p:notesMasterIdLst>
    <p:notesMasterId xmlns:r="http://schemas.openxmlformats.org/officeDocument/2006/relationships" r:id="Rcb0d153259d542e2"/>
  </p:notesMasterIdLst>
  <p:sldIdLst>
    <p:sldId xmlns:r="http://schemas.openxmlformats.org/officeDocument/2006/relationships" id="256" r:id="R1fea9f30fb4e45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e11e79ba754ae6" /><Relationship Type="http://schemas.openxmlformats.org/officeDocument/2006/relationships/slideMaster" Target="/ppt/slideMasters/slideMaster1.xml" Id="Rf51ab2444cb64b3d" /><Relationship Type="http://schemas.openxmlformats.org/officeDocument/2006/relationships/notesMaster" Target="/ppt/notesMasters/notesMaster1.xml" Id="Rcb0d153259d542e2" /><Relationship Type="http://schemas.openxmlformats.org/officeDocument/2006/relationships/presProps" Target="/ppt/presProps.xml" Id="Rb0d4cba832a94a0c" /><Relationship Type="http://schemas.openxmlformats.org/officeDocument/2006/relationships/tableStyles" Target="/ppt/tableStyles.xml" Id="R65c1d746975f45d9" /><Relationship Type="http://schemas.openxmlformats.org/officeDocument/2006/relationships/slide" Target="/ppt/slides/slide1.xml" Id="R1fea9f30fb4e45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b1001bb8e941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168940a4784efa" /><Relationship Type="http://schemas.openxmlformats.org/officeDocument/2006/relationships/notesMaster" Target="/ppt/notesMasters/notesMaster1.xml" Id="Rf4332470c83042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bff149f8b4b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e17a6bd4024b34" /><Relationship Type="http://schemas.openxmlformats.org/officeDocument/2006/relationships/slideLayout" Target="/ppt/slideLayouts/slideLayout1.xml" Id="R92f2556a28ad4d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f2556a28ad4d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861b52dda410b" /><Relationship Type="http://schemas.openxmlformats.org/officeDocument/2006/relationships/notesSlide" Target="/ppt/notesSlides/notesSlide1.xml" Id="R972389f6a66249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97E7B-A064-4D2E-9F87-58919950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GROUP 2 · ARTICLE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455A6-D7F0-4C20-BA3C-7B386B46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Positive Psychology Leadership Coaching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65F7B-0BB3-4365-9730-08A79316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7E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7E6"/>
                </a:solidFill>
                <a:latin typeface="Arial"/>
                <a:ea typeface="Arial"/>
                <a:cs typeface="Arial"/>
              </a:rPr>
              <a:t>Experiences in a financial organisation · Frans Cilliers (2011)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B29E0-B7B6-4793-A4A2-D28840F3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1946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222F7-9A77-40D3-A626-7CBD5D80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A5780-A68F-4E91-B50C-B77FD39E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145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Mehr-un-Nisa Shafiq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14495-4959-4173-8AD6-573A6CD7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145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7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9E7E6"/>
                </a:solidFill>
                <a:latin typeface="Arial"/>
                <a:ea typeface="Arial"/>
                <a:cs typeface="Arial"/>
              </a:rPr>
              <a:t>Introduction, author, history and research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97CD4-1BCA-4259-A328-22E66F6A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19465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9FC76-9C01-47CF-B3E4-4B589997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CCC6C-373F-4561-97CC-74987EF9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813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Saira Abbasi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26F4E-5C55-4839-8068-F47F5123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813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7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9E7E6"/>
                </a:solidFill>
                <a:latin typeface="Arial"/>
                <a:ea typeface="Arial"/>
                <a:cs typeface="Arial"/>
              </a:rPr>
              <a:t>Theory and conceptual framework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DCD12-8597-4CA6-99C7-199B48B8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19465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5B4BF-623E-45C8-AA22-37596038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9BD9A-0DD7-420A-9833-CCA83844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480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Usman Zameer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FBB03-0B4C-44F2-8BBA-9A2ED5AA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480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7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9E7E6"/>
                </a:solidFill>
                <a:latin typeface="Arial"/>
                <a:ea typeface="Arial"/>
                <a:cs typeface="Arial"/>
              </a:rPr>
              <a:t>Research philosophy and methodology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6E623-E955-47C2-857C-004FA2F7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3C4E"/>
          </a:solidFill>
          <a:ln xmlns:a="http://schemas.openxmlformats.org/drawingml/2006/main" w="19050">
            <a:solidFill>
              <a:srgbClr val="F1B95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B5217-65A0-46C9-A0A3-4D5B6F88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EDFA6-7C61-4A14-99AE-40108290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148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Zeeshan Sikander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5B8FE-A727-425A-AC2E-FCCE800A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48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7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9E7E6"/>
                </a:solidFill>
                <a:latin typeface="Arial"/>
                <a:ea typeface="Arial"/>
                <a:cs typeface="Arial"/>
              </a:rPr>
              <a:t>Findings Part 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136F9-5C9D-4D14-A012-72605510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1946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CFA50-A3F4-46AC-B5E8-D25C175F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4CACB-C163-46E7-9247-40C5EF60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815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Tahmina Ghaffar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86E029-9954-4482-B28F-132E4BD8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815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7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9E7E6"/>
                </a:solidFill>
                <a:latin typeface="Arial"/>
                <a:ea typeface="Arial"/>
                <a:cs typeface="Arial"/>
              </a:rPr>
              <a:t>Findings Part Two and discussion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97001-DBF3-473B-8AF4-E41C9EFB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19465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CBF324-B724-4955-9943-BD14DADA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578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D82D5-7571-43DA-9C02-58F7A0F8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483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Mahjabeen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3BBB6B-1A4C-404E-81CF-D7A4464F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483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7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9E7E6"/>
                </a:solidFill>
                <a:latin typeface="Arial"/>
                <a:ea typeface="Arial"/>
                <a:cs typeface="Arial"/>
              </a:rPr>
              <a:t>Critical evaluation, implications and conclusion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68669-A9F4-4BF4-B337-A0FF827D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FA8B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FA8B4"/>
                </a:solidFill>
                <a:latin typeface="Arial"/>
                <a:ea typeface="Arial"/>
                <a:cs typeface="Arial"/>
              </a:rPr>
              <a:t>Current arrangement · maintained until the group approves a change</a:t>
            </a:r>
          </a:p>
        </p:txBody>
      </p:sp>
    </p:spTree>
    <p:extLst>
      <p:ext uri="{BB962C8B-B14F-4D97-AF65-F5344CB8AC3E}">
        <p14:creationId xmlns:p14="http://schemas.microsoft.com/office/powerpoint/2010/main" val="1401723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2026-10-07T04:13:14.5210000Z</dcterms:created>
  <dcterms:modified xsi:type="dcterms:W3CDTF">2026-10-07T04:13:14.5210000Z</dcterms:modified>
</coreProperties>
</file>