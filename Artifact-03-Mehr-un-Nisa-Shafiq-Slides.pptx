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6e6651e737481a" /><Relationship Type="http://schemas.openxmlformats.org/officeDocument/2006/relationships/extended-properties" Target="/docProps/app.xml" Id="R0510c47651314886" /><Relationship Type="http://schemas.openxmlformats.org/officeDocument/2006/relationships/officeDocument" Target="/ppt/presentation.xml" Id="Rce68669a16e247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5a772f998b479e"/>
  </p:sldMasterIdLst>
  <p:notesMasterIdLst>
    <p:notesMasterId xmlns:r="http://schemas.openxmlformats.org/officeDocument/2006/relationships" r:id="R8d42d04609fe4db5"/>
  </p:notesMasterIdLst>
  <p:sldIdLst>
    <p:sldId xmlns:r="http://schemas.openxmlformats.org/officeDocument/2006/relationships" id="256" r:id="R7c33292a96b34b9d"/>
    <p:sldId xmlns:r="http://schemas.openxmlformats.org/officeDocument/2006/relationships" id="257" r:id="R12431a2797a645da"/>
    <p:sldId xmlns:r="http://schemas.openxmlformats.org/officeDocument/2006/relationships" id="258" r:id="R55728f16dd7442d0"/>
    <p:sldId xmlns:r="http://schemas.openxmlformats.org/officeDocument/2006/relationships" id="259" r:id="R1430a2ee831d46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0c9a9795de4a41" /><Relationship Type="http://schemas.openxmlformats.org/officeDocument/2006/relationships/slideMaster" Target="/ppt/slideMasters/slideMaster1.xml" Id="R9e5a772f998b479e" /><Relationship Type="http://schemas.openxmlformats.org/officeDocument/2006/relationships/notesMaster" Target="/ppt/notesMasters/notesMaster1.xml" Id="R8d42d04609fe4db5" /><Relationship Type="http://schemas.openxmlformats.org/officeDocument/2006/relationships/presProps" Target="/ppt/presProps.xml" Id="Rf125c5f98344417d" /><Relationship Type="http://schemas.openxmlformats.org/officeDocument/2006/relationships/tableStyles" Target="/ppt/tableStyles.xml" Id="R0b916be18f924e85" /><Relationship Type="http://schemas.openxmlformats.org/officeDocument/2006/relationships/slide" Target="/ppt/slides/slide1.xml" Id="R7c33292a96b34b9d" /><Relationship Type="http://schemas.openxmlformats.org/officeDocument/2006/relationships/slide" Target="/ppt/slides/slide2.xml" Id="R12431a2797a645da" /><Relationship Type="http://schemas.openxmlformats.org/officeDocument/2006/relationships/slide" Target="/ppt/slides/slide3.xml" Id="R55728f16dd7442d0" /><Relationship Type="http://schemas.openxmlformats.org/officeDocument/2006/relationships/slide" Target="/ppt/slides/slide4.xml" Id="R1430a2ee831d46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25096e0b6c44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1de09d71474d68" /><Relationship Type="http://schemas.openxmlformats.org/officeDocument/2006/relationships/notesMaster" Target="/ppt/notesMasters/notesMaster1.xml" Id="R5922318539d446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e628e0da2b459a" /><Relationship Type="http://schemas.openxmlformats.org/officeDocument/2006/relationships/notesMaster" Target="/ppt/notesMasters/notesMaster1.xml" Id="R9dc93d154b4849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72b28eac444bfa" /><Relationship Type="http://schemas.openxmlformats.org/officeDocument/2006/relationships/notesMaster" Target="/ppt/notesMasters/notesMaster1.xml" Id="R2f7f6242945046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865b34a1d74aca" /><Relationship Type="http://schemas.openxmlformats.org/officeDocument/2006/relationships/notesMaster" Target="/ppt/notesMasters/notesMaster1.xml" Id="R32010f975e4d4a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3606fd7c848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a392b1aa4b49d1" /><Relationship Type="http://schemas.openxmlformats.org/officeDocument/2006/relationships/slideLayout" Target="/ppt/slideLayouts/slideLayout1.xml" Id="R5be46028c46047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e46028c46047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80c5ba4b64475" /><Relationship Type="http://schemas.openxmlformats.org/officeDocument/2006/relationships/image" Target="/ppt/media/image.png" Id="R65061001890c48d9" /><Relationship Type="http://schemas.openxmlformats.org/officeDocument/2006/relationships/notesSlide" Target="/ppt/notesSlides/notesSlide1.xml" Id="R833431a7b3054e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7d2d840064b39" /><Relationship Type="http://schemas.openxmlformats.org/officeDocument/2006/relationships/notesSlide" Target="/ppt/notesSlides/notesSlide2.xml" Id="R801a82edfa1d4a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92aae4221411a" /><Relationship Type="http://schemas.openxmlformats.org/officeDocument/2006/relationships/notesSlide" Target="/ppt/notesSlides/notesSlide3.xml" Id="Rb124028258084b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f140cf81c4c67" /><Relationship Type="http://schemas.openxmlformats.org/officeDocument/2006/relationships/notesSlide" Target="/ppt/notesSlides/notesSlide4.xml" Id="Re41e40d356a844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61001890c48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302D1-73F2-4829-8400-9E776093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4C5ED-7D50-4315-BB27-EA5192C1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CILLIERS · 2011 · ORIGINAL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3748C-7FA4-4A0F-9600-AA37AF7B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810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Positive psychology leadership coaching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238E2-4BEA-4F54-A2E5-48C516BC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5ECE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5ECEC"/>
                </a:solidFill>
                <a:latin typeface="Arial"/>
                <a:ea typeface="Arial"/>
                <a:cs typeface="Arial"/>
              </a:rPr>
              <a:t>Experiences in a financial organisation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717BD-D040-4021-B13D-7560AE4D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Presentation time: 15-16 minutes · approximately 2.5 minutes per speaker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BE5B2-98BE-45A4-9097-CE5982A0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Mehr-un-Nisa · Saira · Usman · Zeeshan · Tahmina · Mahjabeen</a:t>
            </a:r>
          </a:p>
        </p:txBody>
      </p:sp>
    </p:spTree>
    <p:extLst>
      <p:ext uri="{BB962C8B-B14F-4D97-AF65-F5344CB8AC3E}">
        <p14:creationId xmlns:p14="http://schemas.microsoft.com/office/powerpoint/2010/main" val="20748097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B863E-72EC-49E0-B324-85B9C020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B85FB-ED03-4D3B-94D1-B8311F0A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Frans Cilliers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77E8E-E07A-479F-9027-E184A42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Introduction, Author, History and Research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22B0E-B629-496C-B41F-7719575F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Mehr-un-Nisa Shafiq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FB57D-E5D2-4A55-AC4E-8ACD6CED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01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77103-611A-4E3D-BED9-636BF483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3429000" cy="44577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EC6E5-1645-4FB3-A440-61EFC010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23241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FC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AC5CD-C97E-4AC9-A2B2-084E3FB3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INDUSTRIAL AND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ORGANISATIONAL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PSYCHOLOGY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20F24-A143-4B33-A22F-2DD78DB6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3906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A psychologist studying leadership from inside the coaching relationship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01F35-DC94-4CEC-8665-15886198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328AD-45BD-4F2E-A3A4-DA9D70CC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Industrial and organisational psychology academic at the University of South Africa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E3FC7-1808-453E-9DCF-93852B04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5225A-2527-4F8E-8BB1-AD97E247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Registered psychologist with practical experience in positive psychology and leadership coaching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D1994-9195-436F-AA97-A0C0E877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78A4A-4D02-44F3-9F40-63E4755E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481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Trained in person-centred, Rogerian facilitation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9EDEF-6960-49DA-8351-AFF55787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863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889A4-C70B-492F-A4F0-C10D22E6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910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Served as the external consultant, coach and researcher in this study</a:t>
            </a:r>
          </a:p>
        </p:txBody>
      </p:sp>
    </p:spTree>
    <p:extLst>
      <p:ext uri="{BB962C8B-B14F-4D97-AF65-F5344CB8AC3E}">
        <p14:creationId xmlns:p14="http://schemas.microsoft.com/office/powerpoint/2010/main" val="1942596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3ADD3-F04C-45FF-9EB4-0D9DCF16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E83EE-59C8-43C0-9836-98EBB824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How the study emerged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89CB3-ACCE-462C-AD28-5020A840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Introduction, Author, History and Research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8977C-F318-40EF-8A94-661778BB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Mehr-un-Nisa Shafiq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30DEB-3562-4F1B-B47A-CC6488AC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CFF1C-3C06-4B63-9416-9B8F6D9E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573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B971A-0D9E-4F9C-8FB4-7A1E6E23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5260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2000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0476D-F6A5-4045-815A-A94F17F3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71675"/>
            <a:ext cx="2152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7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4787A-8901-4DE0-9730-22E1BE85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Positive psychology gained attention as the study of strengths and flourishing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33D0B-709E-4D64-A802-67D73584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573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0A10E-1C20-43A1-BFBD-24E74B55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2000s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66F78-C29B-401C-A03E-F08E6252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71675"/>
            <a:ext cx="2152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7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D0EBE-B5B8-4BC1-B108-9CCC0448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Organisations increasingly applied positive psychology through coaching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1C390-59FD-4591-85C1-F4C8A782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573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C0E19-2DAC-48B5-AF5E-CBC52B6D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5260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2010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53A46-5033-48DC-AB07-54B54EF6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71675"/>
            <a:ext cx="2152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7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8D676B-4EA6-45BD-A8CD-250C9419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 financial organisation asked Cilliers to develop leaders who struggled with people leadership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6B5CA-4CF1-448E-9952-550B65F9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573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037C21-445F-4EBF-BBA6-633B7C57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5260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2011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E2C6BA-5DBF-4BA6-93DD-728F8894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The journal published the qualitative study after peer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EB702-32AF-42FA-A0D9-69446901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The article sits where growing coaching practice met a shortage of qualitative evidence.</a:t>
            </a:r>
          </a:p>
        </p:txBody>
      </p:sp>
    </p:spTree>
    <p:extLst>
      <p:ext uri="{BB962C8B-B14F-4D97-AF65-F5344CB8AC3E}">
        <p14:creationId xmlns:p14="http://schemas.microsoft.com/office/powerpoint/2010/main" val="2033287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BB904-A54F-43BE-9AA5-81765D7F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66A47-546D-417A-AE9B-80C4DF82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Why Cilliers published the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92CB9-AB07-44E6-BFC6-0860E30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Introduction, Author, History and Research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3ACD4-C633-4661-8A7B-4AD5A61E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Mehr-un-Nisa Shafiq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1A721-BA4E-43BB-B058-B34D7451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203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105A1-9F68-48AD-AD7E-C6E56876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10553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78D7E-D279-4ED0-AE10-CECB8D03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real organisational need exposed a gap in the 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916F7-E296-4AA9-ABAF-958998C9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0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79611-A296-485C-B2F5-1A9D855C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28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Leaders relied heavily on targets, rules and positional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8F022-1455-467A-9636-2A12DD42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14C76-31E9-4771-9714-1C17FEA6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956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Colleagues experienced weak listening, care and understanding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03F59-D12F-4A59-B46C-0C7C4EC9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0449B-9C97-4C5E-A5C0-AD31C1E3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623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Earlier studies examined isolated coaching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05005-721F-4751-AB67-0E837077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00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B593A-6E61-4B44-ADCB-C0FDB33A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291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No qualitative study combined all five constructs used in this programme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B6466-FD58-46DD-971C-659B363F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Research question: How can weak people-leadership awareness in a financial organisation be addressed successfully?</a:t>
            </a:r>
          </a:p>
        </p:txBody>
      </p:sp>
    </p:spTree>
    <p:extLst>
      <p:ext uri="{BB962C8B-B14F-4D97-AF65-F5344CB8AC3E}">
        <p14:creationId xmlns:p14="http://schemas.microsoft.com/office/powerpoint/2010/main" val="223600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2026-10-07T04:21:17.4240000Z</dcterms:created>
  <dcterms:modified xsi:type="dcterms:W3CDTF">2026-10-07T04:21:17.4240000Z</dcterms:modified>
</coreProperties>
</file>