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d00d545d7d463a" /><Relationship Type="http://schemas.openxmlformats.org/officeDocument/2006/relationships/extended-properties" Target="/docProps/app.xml" Id="R2b2191fc3be24807" /><Relationship Type="http://schemas.openxmlformats.org/officeDocument/2006/relationships/officeDocument" Target="/ppt/presentation.xml" Id="R3bf325e7a60240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6800204a5a442d"/>
  </p:sldMasterIdLst>
  <p:notesMasterIdLst>
    <p:notesMasterId xmlns:r="http://schemas.openxmlformats.org/officeDocument/2006/relationships" r:id="R87a0d31919264d11"/>
  </p:notesMasterIdLst>
  <p:sldIdLst>
    <p:sldId xmlns:r="http://schemas.openxmlformats.org/officeDocument/2006/relationships" id="256" r:id="R90bad04039da4e08"/>
    <p:sldId xmlns:r="http://schemas.openxmlformats.org/officeDocument/2006/relationships" id="257" r:id="R77e7211123c14c0e"/>
    <p:sldId xmlns:r="http://schemas.openxmlformats.org/officeDocument/2006/relationships" id="258" r:id="Raacd21f6cfef4141"/>
    <p:sldId xmlns:r="http://schemas.openxmlformats.org/officeDocument/2006/relationships" id="259" r:id="Ra2f1f7d56e654a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0ae2c5692f4a8e" /><Relationship Type="http://schemas.openxmlformats.org/officeDocument/2006/relationships/slideMaster" Target="/ppt/slideMasters/slideMaster1.xml" Id="Rbf6800204a5a442d" /><Relationship Type="http://schemas.openxmlformats.org/officeDocument/2006/relationships/notesMaster" Target="/ppt/notesMasters/notesMaster1.xml" Id="R87a0d31919264d11" /><Relationship Type="http://schemas.openxmlformats.org/officeDocument/2006/relationships/presProps" Target="/ppt/presProps.xml" Id="R2549fb6ebd774eba" /><Relationship Type="http://schemas.openxmlformats.org/officeDocument/2006/relationships/tableStyles" Target="/ppt/tableStyles.xml" Id="Rfda93386805a49ec" /><Relationship Type="http://schemas.openxmlformats.org/officeDocument/2006/relationships/slide" Target="/ppt/slides/slide1.xml" Id="R90bad04039da4e08" /><Relationship Type="http://schemas.openxmlformats.org/officeDocument/2006/relationships/slide" Target="/ppt/slides/slide2.xml" Id="R77e7211123c14c0e" /><Relationship Type="http://schemas.openxmlformats.org/officeDocument/2006/relationships/slide" Target="/ppt/slides/slide3.xml" Id="Raacd21f6cfef4141" /><Relationship Type="http://schemas.openxmlformats.org/officeDocument/2006/relationships/slide" Target="/ppt/slides/slide4.xml" Id="Ra2f1f7d56e654a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8ad17eba0448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054f8a3ca448dd" /><Relationship Type="http://schemas.openxmlformats.org/officeDocument/2006/relationships/notesMaster" Target="/ppt/notesMasters/notesMaster1.xml" Id="Rf8785bc7991e41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c65a1ea48342aa" /><Relationship Type="http://schemas.openxmlformats.org/officeDocument/2006/relationships/notesMaster" Target="/ppt/notesMasters/notesMaster1.xml" Id="Re9c5a195e31145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865b74ad7d45e1" /><Relationship Type="http://schemas.openxmlformats.org/officeDocument/2006/relationships/notesMaster" Target="/ppt/notesMasters/notesMaster1.xml" Id="Re6715858da4e46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49486e48914b72" /><Relationship Type="http://schemas.openxmlformats.org/officeDocument/2006/relationships/notesMaster" Target="/ppt/notesMasters/notesMaster1.xml" Id="R055553fc523a4a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525e4cd5f42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c072ab44ad4f24" /><Relationship Type="http://schemas.openxmlformats.org/officeDocument/2006/relationships/slideLayout" Target="/ppt/slideLayouts/slideLayout1.xml" Id="R777a2c437cd44b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7a2c437cd44b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c55bb49764ef0" /><Relationship Type="http://schemas.openxmlformats.org/officeDocument/2006/relationships/notesSlide" Target="/ppt/notesSlides/notesSlide1.xml" Id="Red46200036104d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468a961734291" /><Relationship Type="http://schemas.openxmlformats.org/officeDocument/2006/relationships/notesSlide" Target="/ppt/notesSlides/notesSlide2.xml" Id="R173db8c16e0848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fb820e20349f8" /><Relationship Type="http://schemas.openxmlformats.org/officeDocument/2006/relationships/notesSlide" Target="/ppt/notesSlides/notesSlide3.xml" Id="R2a7b0287065f4d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c37d8f72744c4" /><Relationship Type="http://schemas.openxmlformats.org/officeDocument/2006/relationships/notesSlide" Target="/ppt/notesSlides/notesSlide4.xml" Id="R9317010f04794b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66BEB-E473-4DC1-A570-4EF81F09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5875"/>
            <a:ext cx="105537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C006C-3A1E-4C51-87E3-B7B27591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02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programme treated leadership development as growth in self-awareness, internal motivation and interpersonal connection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081FC-C3EE-44CB-AEAC-4422DC06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00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B1949-7672-4CFC-9181-99FCF481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288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Strengths and psychological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0FAD7-1AC8-4A1F-B60C-A7104974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67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3AA19-379F-48F7-9098-4784C53B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956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Meaning, engagement and responsibility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BD616-B0FD-4E30-85E5-1693269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9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502BF-DA26-4A8B-8668-90D93B40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6237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Emotional awareness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1158A-F32D-4462-A3A1-D8409A31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00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1B649-F985-4CE0-89C7-31D33F1D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291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Relationships that support growth</a:t>
            </a:r>
          </a:p>
        </p:txBody>
      </p:sp>
    </p:spTree>
    <p:extLst>
      <p:ext uri="{BB962C8B-B14F-4D97-AF65-F5344CB8AC3E}">
        <p14:creationId xmlns:p14="http://schemas.microsoft.com/office/powerpoint/2010/main" val="14684120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4A679A-DE61-438A-B07F-B39F54E8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39DB9-563F-4FD1-8B66-2AA9949B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The field already contained a warning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9EA42-CB3F-413B-A64D-BBA5FF87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Theory and Conceptual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48D89-ECE9-4342-B904-99CFA5C8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Saira Abbasi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30383-9763-4831-9F40-0D23C457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01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46F35-4A4F-4F88-A17E-92849EB0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487C7-FAEA-449B-BA31-B54A8B85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9776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7762"/>
                </a:solidFill>
                <a:latin typeface="Arial"/>
                <a:ea typeface="Arial"/>
                <a:cs typeface="Arial"/>
              </a:rPr>
              <a:t>Promise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0FCF6-8BF8-4FB8-B3A1-1DA686B9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257800" cy="43815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49E67-CF0B-4D0C-9D4A-127E065C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19250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41198-981E-4814-8E5C-EE14EABC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01  Stronger engagement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3DCB4D-806D-4388-B498-80FC7AF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02  Greater self-efficacy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C0A50-5FCE-4831-AA23-BE3EFCCB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03  Improved management effectiveness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3D196-2099-423C-89F3-4D28A1A5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04  More positive affect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B6150-9E72-48F2-9FE8-841999B1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Practice could outpace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8AF01-77CF-4C4C-911E-8253204F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6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Positive language could hide difficult emotions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ED011-D301-4025-B453-21FD30D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242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Some clients may resist relationships and growth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9E80B-2AC1-462C-BEF5-353B682B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91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Task results could overshadow people leadership</a:t>
            </a:r>
          </a:p>
        </p:txBody>
      </p:sp>
    </p:spTree>
    <p:extLst>
      <p:ext uri="{BB962C8B-B14F-4D97-AF65-F5344CB8AC3E}">
        <p14:creationId xmlns:p14="http://schemas.microsoft.com/office/powerpoint/2010/main" val="826821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DC6424-6C1A-4247-9392-1AD750E5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985CA-2249-4844-944E-EDB964D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Five constructs shaped the coaching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58A3C-F574-4394-AFDA-5353C51A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Theory and Conceptual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D835B-F8DA-4856-A7BA-9EA7D186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Saira Abbasi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B69E6-97EE-4398-AC12-3EAA038D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4AB4A-F176-4DCA-B5A8-C939B162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10439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9701E-9667-49B8-A363-ADD25ABC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24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F0927-2301-4C22-AD38-81642070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4668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Work engagement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B46FD-EBB4-4BC6-9104-1C8B4C27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668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Energy and involvement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B4015-4FC0-4F20-BE4C-1D91A192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0439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0BCC8-C208-4E92-A120-74A480FD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84FA7-23BA-4059-8E31-37432E21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193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Learned resourcefulness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5C06C-3343-4979-93A6-F7E8EADB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193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Regulating thoughts and emotions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304B5-C861-4CCF-AB0E-35CF6C54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0439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F13C4-225E-492A-9744-0A49EBE3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CE5F8-4777-4C4B-A772-D665F861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718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Sense of coherence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68825-7B47-4E45-8E11-9925C3D9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Making demands understandable and manageable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13AFD-98FE-40BE-9D83-50111867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10439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218EC-4055-406F-86F0-DFB1A8A5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6ACCED-ADA1-4DC9-9E4E-A826CA3F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243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Self-actualisation values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196A8-4FB7-4A0F-BC43-88524792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243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77E8A"/>
                </a:solidFill>
                <a:latin typeface="Arial"/>
                <a:ea typeface="Arial"/>
                <a:cs typeface="Arial"/>
              </a:rPr>
              <a:t>Growing towards one's potential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B7269C-1041-4064-8ABB-6952126E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10439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357FB-1239-4C90-AFDD-D0F74C71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24007D-1481-431C-A9B0-CB0FB238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768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Internal locus of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62226-9CC3-4CC3-8892-DEAA1479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768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CE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5ECEC"/>
                </a:solidFill>
                <a:latin typeface="Arial"/>
                <a:ea typeface="Arial"/>
                <a:cs typeface="Arial"/>
              </a:rPr>
              <a:t>Believing one's actions influence outcomes</a:t>
            </a:r>
          </a:p>
        </p:txBody>
      </p:sp>
    </p:spTree>
    <p:extLst>
      <p:ext uri="{BB962C8B-B14F-4D97-AF65-F5344CB8AC3E}">
        <p14:creationId xmlns:p14="http://schemas.microsoft.com/office/powerpoint/2010/main" val="4631920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176CE1-07A0-40D4-9CC9-A061A7D0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B9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B9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DA430-4ED0-4986-A92A-46C0B17A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The conceptual leadership profile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CFA18-7D81-4D5F-8EB3-99ED2364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057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Theory and Conceptual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8CCA3-07F2-49FE-B25C-076A68B9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477000"/>
            <a:ext cx="2714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77E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77E8A"/>
                </a:solidFill>
                <a:latin typeface="Arial"/>
                <a:ea typeface="Arial"/>
                <a:cs typeface="Arial"/>
              </a:rPr>
              <a:t>Saira Abbasi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54C12-E71B-42D8-922A-41C22FE8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00850"/>
            <a:ext cx="203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9A6"/>
          </a:solidFill>
          <a:ln xmlns:a="http://schemas.openxmlformats.org/drawingml/2006/main" w="0">
            <a:solidFill>
              <a:srgbClr val="31B9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7BE71-1D32-4734-A3BA-5B478401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2000250" cy="3143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5B6B5-3055-4E91-9047-BAE1AB68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57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F4FA2-8B76-4B55-AE27-81A31906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54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Engage with the role of leader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AB928-5D75-40CE-A456-997A0089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771650"/>
            <a:ext cx="2000250" cy="3143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02D62-9432-465B-800C-F4CBA640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57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AF528-7B22-46D7-857F-557F0474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914650"/>
            <a:ext cx="154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Understand the move from management to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2AB03-DF60-438E-B24A-7C6404D4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71650"/>
            <a:ext cx="2000250" cy="3143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678C5-C21E-49AC-8B67-FC41223A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A2005-4F8D-4FB8-A5BF-A0C2B903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54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Recognise emotional demands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2B4B2-5938-4FD6-9259-A5B33466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1771650"/>
            <a:ext cx="2000250" cy="3143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F780A-59F5-44E3-86AB-EB3F2356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057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30759-6C26-43AB-82BC-2F700669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14650"/>
            <a:ext cx="154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A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61A2A"/>
                </a:solidFill>
                <a:latin typeface="Arial"/>
                <a:ea typeface="Arial"/>
                <a:cs typeface="Arial"/>
              </a:rPr>
              <a:t>Authorise oneself to 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27F0A-7212-49FF-A013-4D308A8F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71650"/>
            <a:ext cx="2000250" cy="3143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3145"/>
          </a:solidFill>
          <a:ln xmlns:a="http://schemas.openxmlformats.org/drawingml/2006/main" w="9525">
            <a:solidFill>
              <a:srgbClr val="0D314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862AE-2BC5-4AC9-97BA-B4D67111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0574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1B95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1B95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81DCC-DD27-4915-B9CC-8053E169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14650"/>
            <a:ext cx="1543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growth opportunities for others</a:t>
            </a:r>
          </a:p>
        </p:txBody>
      </p:sp>
    </p:spTree>
    <p:extLst>
      <p:ext uri="{BB962C8B-B14F-4D97-AF65-F5344CB8AC3E}">
        <p14:creationId xmlns:p14="http://schemas.microsoft.com/office/powerpoint/2010/main" val="418033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2026-10-07T04:14:02.0440000Z</dcterms:created>
  <dcterms:modified xsi:type="dcterms:W3CDTF">2026-10-07T04:14:02.0440000Z</dcterms:modified>
</coreProperties>
</file>