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4e9980ef85494e" /><Relationship Type="http://schemas.openxmlformats.org/officeDocument/2006/relationships/extended-properties" Target="/docProps/app.xml" Id="R1523357704ae42b5" /><Relationship Type="http://schemas.openxmlformats.org/officeDocument/2006/relationships/officeDocument" Target="/ppt/presentation.xml" Id="Radc4d93845114d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8a6245ab9d4d88"/>
  </p:sldMasterIdLst>
  <p:notesMasterIdLst>
    <p:notesMasterId xmlns:r="http://schemas.openxmlformats.org/officeDocument/2006/relationships" r:id="R54bfc4f89e8b4721"/>
  </p:notesMasterIdLst>
  <p:sldIdLst>
    <p:sldId xmlns:r="http://schemas.openxmlformats.org/officeDocument/2006/relationships" id="256" r:id="Re4951e63e83445ce"/>
    <p:sldId xmlns:r="http://schemas.openxmlformats.org/officeDocument/2006/relationships" id="257" r:id="R00f695943d7d45d1"/>
    <p:sldId xmlns:r="http://schemas.openxmlformats.org/officeDocument/2006/relationships" id="258" r:id="R3902caf7a1484087"/>
    <p:sldId xmlns:r="http://schemas.openxmlformats.org/officeDocument/2006/relationships" id="259" r:id="R0fe5cef6da754a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3f3f40e52246da" /><Relationship Type="http://schemas.openxmlformats.org/officeDocument/2006/relationships/slideMaster" Target="/ppt/slideMasters/slideMaster1.xml" Id="R718a6245ab9d4d88" /><Relationship Type="http://schemas.openxmlformats.org/officeDocument/2006/relationships/notesMaster" Target="/ppt/notesMasters/notesMaster1.xml" Id="R54bfc4f89e8b4721" /><Relationship Type="http://schemas.openxmlformats.org/officeDocument/2006/relationships/presProps" Target="/ppt/presProps.xml" Id="Rb7e91e2596bb4eea" /><Relationship Type="http://schemas.openxmlformats.org/officeDocument/2006/relationships/tableStyles" Target="/ppt/tableStyles.xml" Id="Recdc0e08a3b14f93" /><Relationship Type="http://schemas.openxmlformats.org/officeDocument/2006/relationships/slide" Target="/ppt/slides/slide1.xml" Id="Re4951e63e83445ce" /><Relationship Type="http://schemas.openxmlformats.org/officeDocument/2006/relationships/slide" Target="/ppt/slides/slide2.xml" Id="R00f695943d7d45d1" /><Relationship Type="http://schemas.openxmlformats.org/officeDocument/2006/relationships/slide" Target="/ppt/slides/slide3.xml" Id="R3902caf7a1484087" /><Relationship Type="http://schemas.openxmlformats.org/officeDocument/2006/relationships/slide" Target="/ppt/slides/slide4.xml" Id="R0fe5cef6da754a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937ba24ea84f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1d675686064549" /><Relationship Type="http://schemas.openxmlformats.org/officeDocument/2006/relationships/notesMaster" Target="/ppt/notesMasters/notesMaster1.xml" Id="Rf56cdcc7ae254b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615590ce344b97" /><Relationship Type="http://schemas.openxmlformats.org/officeDocument/2006/relationships/notesMaster" Target="/ppt/notesMasters/notesMaster1.xml" Id="Ra1c5a48ddc294a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edb9ca75754bbf" /><Relationship Type="http://schemas.openxmlformats.org/officeDocument/2006/relationships/notesMaster" Target="/ppt/notesMasters/notesMaster1.xml" Id="R2b1bef3fd24246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8690f5f14f4745" /><Relationship Type="http://schemas.openxmlformats.org/officeDocument/2006/relationships/notesMaster" Target="/ppt/notesMasters/notesMaster1.xml" Id="R9ad1e28d1c5244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82118c6534a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7f98e5ea1247da" /><Relationship Type="http://schemas.openxmlformats.org/officeDocument/2006/relationships/slideLayout" Target="/ppt/slideLayouts/slideLayout1.xml" Id="Rdd285545460b41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285545460b41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458b1a50f48a7" /><Relationship Type="http://schemas.openxmlformats.org/officeDocument/2006/relationships/notesSlide" Target="/ppt/notesSlides/notesSlide1.xml" Id="R56276a59b5604a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50c5bcc7743f7" /><Relationship Type="http://schemas.openxmlformats.org/officeDocument/2006/relationships/notesSlide" Target="/ppt/notesSlides/notesSlide2.xml" Id="Rfee33cf52b9b43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463f57251424e" /><Relationship Type="http://schemas.openxmlformats.org/officeDocument/2006/relationships/notesSlide" Target="/ppt/notesSlides/notesSlide3.xml" Id="Ra324e95f613a4d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135ab3c664b90" /><Relationship Type="http://schemas.openxmlformats.org/officeDocument/2006/relationships/notesSlide" Target="/ppt/notesSlides/notesSlide4.xml" Id="Rf8f3ed4ecd6445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336A8-AA3C-4118-8592-1058435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CA069-C918-4BE5-940B-D52F0BDC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C0A9-02C4-4140-8502-24BA77E5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Coaching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C231D-48BF-46D3-8ED6-62E4C8BA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2875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C7B39-F858-46A0-B37C-1AC69145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0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F5C83-695C-4A9D-9722-EE21D803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Engagement in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279EC-0C58-434A-9B9C-5BA96436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8D6EA-B134-464D-9B9F-D72FC8A7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0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5CB2B-76E8-4272-BE2B-0C012B4B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Understanding role complexity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ED013-1839-444D-8E50-7279C680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2A13E-559E-4C2E-B83A-FB5DFFD4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918FD-16EE-461F-BBE5-0CEEDCA4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Emotional self-awareness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44558-D243-43F3-AAE1-37246AB7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D1E26-94DB-447B-9068-61EC9CCC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E0830-5042-489D-B986-376F3405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Self-authorisation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D12D0-DC6B-49C5-9F81-E65ACFA0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FF3DD-EE9A-4170-868A-44D55851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04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D3D1B-C4B5-4E46-BD1A-9AF7971D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386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Inability to facilitate others' growth</a:t>
            </a:r>
          </a:p>
        </p:txBody>
      </p:sp>
    </p:spTree>
    <p:extLst>
      <p:ext uri="{BB962C8B-B14F-4D97-AF65-F5344CB8AC3E}">
        <p14:creationId xmlns:p14="http://schemas.microsoft.com/office/powerpoint/2010/main" val="24969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B91E6-63E5-494B-9BBA-904F8754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51358-A47D-4FC2-AFC1-4E2CD3D9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The coaching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6D06E-060E-4323-824C-115AA377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15931-5B0D-473B-9F03-719D3E46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Zeeshan Sikander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BBF3E-1000-4FD6-A7D0-72C2DD68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01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01C12-D127-4BC3-8A81-C9EDF84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3AB3E-53CD-4562-B4CE-928F7A49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7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762"/>
                </a:solidFill>
                <a:latin typeface="Arial"/>
                <a:ea typeface="Arial"/>
                <a:cs typeface="Arial"/>
              </a:rPr>
              <a:t>Early sessions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AFAA8-BEAF-452A-B2AA-28D6D2C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6CA5C-BCEE-4FF4-B0D2-BB056034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Later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E7D1A-DA45-41CA-9FC4-CA172D68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01  Strange and uncomfortable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6E596-DE3A-4564-9B5C-30EA5EA1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02  Unclear 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48845-63E1-4E49-BE60-B25DCDCC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03  Resistance to feelings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5AB45-26B2-4C5A-B06F-BE8BA82A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04  Talking around the real issue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F914A-FA70-49AB-8631-8B2D49FA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Self-discovery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D10F2-3DAE-49D8-A932-25A372D6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7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Connections between behaviour and relationships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F9182-2F12-4C37-8F31-01E2BB47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Greater curiosity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0360E-3259-42AA-B332-45E9D970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A sense of relief and learning</a:t>
            </a:r>
          </a:p>
        </p:txBody>
      </p:sp>
    </p:spTree>
    <p:extLst>
      <p:ext uri="{BB962C8B-B14F-4D97-AF65-F5344CB8AC3E}">
        <p14:creationId xmlns:p14="http://schemas.microsoft.com/office/powerpoint/2010/main" val="49560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35965-9A43-49BC-B361-45819C2A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11CB5-640B-4458-AF59-D197B640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Engagement in the leadership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5F37B-37C6-42DF-96AF-EC355641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7D8ED-8DFE-4AAF-B8C1-AFCC1472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Zeeshan Sikander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4528A-DCBD-4D16-8D56-3F0EA846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F9C49-0E11-4D34-80B7-EA783BF2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5931F-8899-4A3F-AA86-FC46DB78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7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762"/>
                </a:solidFill>
                <a:latin typeface="Arial"/>
                <a:ea typeface="Arial"/>
                <a:cs typeface="Arial"/>
              </a:rPr>
              <a:t>Initial 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38187-2D75-44B1-BD45-508B70FD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E37EA-3B2F-4E23-99E5-6A051674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Emerging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8F281-72E4-4B98-9BDE-2928893A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01  People treated like numbers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E249C-0736-428A-915F-849EB947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02  Technical work felt safer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A5FE-6F3A-46BE-B6E2-9A597758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03  Difficult meetings were avoided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F50F5-A5E9-4675-B630-904C134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More energy for people issues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09485-A349-45C1-84E8-CBCD993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Greater involvement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87E73-8845-4420-B256-496EE30C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Problems reframed as possibilities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DE871-440C-4EF0-B2E5-FC3ED3FD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Participants preferred financial tasks because people problems made them feel tired and incompetent</a:t>
            </a:r>
          </a:p>
        </p:txBody>
      </p:sp>
    </p:spTree>
    <p:extLst>
      <p:ext uri="{BB962C8B-B14F-4D97-AF65-F5344CB8AC3E}">
        <p14:creationId xmlns:p14="http://schemas.microsoft.com/office/powerpoint/2010/main" val="1516596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B6CFF-7133-43AE-A5F2-B1A7CBF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ACFF2-CF1C-4EC7-8EFF-17B1E58D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Understanding role complexity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46568-59EB-469F-8293-EC7E7A56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BE78A-9A6D-447C-9171-50372961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Zeeshan Sikander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8EF82-1D93-48CA-AE80-E740E42C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203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1F62B-815E-498E-B039-28E998C9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053E9-2499-4E54-81F1-FDC198B4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 success did not automatically produce effective leadership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58AED-CB50-475E-9310-FD12CADE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0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16DC3-686B-485D-9F45-0CF898D0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Management focused on measurable personal 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FBFCC-E321-4220-AD5E-9DF8B513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D6BE9-FDA5-48A9-ABBC-CCDB6E3B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95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Leadership required outcomes through other people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4C9DC-FB8B-42E2-A30E-09EAA4E8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C06F8-C072-4247-9C2E-D9BE34F9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62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Interpersonal situations felt less predictable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20FC5-D9B4-4E73-8747-466D8374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AC8C8-2B81-4189-816D-1E46A7A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29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 needed experience followed by further coaching</a:t>
            </a:r>
          </a:p>
        </p:txBody>
      </p:sp>
    </p:spTree>
    <p:extLst>
      <p:ext uri="{BB962C8B-B14F-4D97-AF65-F5344CB8AC3E}">
        <p14:creationId xmlns:p14="http://schemas.microsoft.com/office/powerpoint/2010/main" val="2093485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2026-10-07T04:14:22.7550000Z</dcterms:created>
  <dcterms:modified xsi:type="dcterms:W3CDTF">2026-10-07T04:14:22.7550000Z</dcterms:modified>
</coreProperties>
</file>