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3a8abab5a438d" /><Relationship Type="http://schemas.openxmlformats.org/officeDocument/2006/relationships/extended-properties" Target="/docProps/app.xml" Id="R7c8e57e1e51e40ac" /><Relationship Type="http://schemas.openxmlformats.org/officeDocument/2006/relationships/officeDocument" Target="/ppt/presentation.xml" Id="Ra7eb8f5a83684f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139d9ddb164a20"/>
  </p:sldMasterIdLst>
  <p:notesMasterIdLst>
    <p:notesMasterId xmlns:r="http://schemas.openxmlformats.org/officeDocument/2006/relationships" r:id="Reb48823c810e49bd"/>
  </p:notesMasterIdLst>
  <p:sldIdLst>
    <p:sldId xmlns:r="http://schemas.openxmlformats.org/officeDocument/2006/relationships" id="256" r:id="Rbdecce663ae9467e"/>
    <p:sldId xmlns:r="http://schemas.openxmlformats.org/officeDocument/2006/relationships" id="257" r:id="R5aff7a22007541cb"/>
    <p:sldId xmlns:r="http://schemas.openxmlformats.org/officeDocument/2006/relationships" id="258" r:id="R9b216abb63b74e1c"/>
    <p:sldId xmlns:r="http://schemas.openxmlformats.org/officeDocument/2006/relationships" id="259" r:id="Rf3cfc3afaf0543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f54242ed9e4b85" /><Relationship Type="http://schemas.openxmlformats.org/officeDocument/2006/relationships/slideMaster" Target="/ppt/slideMasters/slideMaster1.xml" Id="R26139d9ddb164a20" /><Relationship Type="http://schemas.openxmlformats.org/officeDocument/2006/relationships/notesMaster" Target="/ppt/notesMasters/notesMaster1.xml" Id="Reb48823c810e49bd" /><Relationship Type="http://schemas.openxmlformats.org/officeDocument/2006/relationships/presProps" Target="/ppt/presProps.xml" Id="Rf09547793e334e4b" /><Relationship Type="http://schemas.openxmlformats.org/officeDocument/2006/relationships/tableStyles" Target="/ppt/tableStyles.xml" Id="R7d15437c798140b3" /><Relationship Type="http://schemas.openxmlformats.org/officeDocument/2006/relationships/slide" Target="/ppt/slides/slide1.xml" Id="Rbdecce663ae9467e" /><Relationship Type="http://schemas.openxmlformats.org/officeDocument/2006/relationships/slide" Target="/ppt/slides/slide2.xml" Id="R5aff7a22007541cb" /><Relationship Type="http://schemas.openxmlformats.org/officeDocument/2006/relationships/slide" Target="/ppt/slides/slide3.xml" Id="R9b216abb63b74e1c" /><Relationship Type="http://schemas.openxmlformats.org/officeDocument/2006/relationships/slide" Target="/ppt/slides/slide4.xml" Id="Rf3cfc3afaf0543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8bd37cfd6c42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8eb286a494f11" /><Relationship Type="http://schemas.openxmlformats.org/officeDocument/2006/relationships/notesMaster" Target="/ppt/notesMasters/notesMaster1.xml" Id="R2219b11846cf48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a914b04d2f4b5c" /><Relationship Type="http://schemas.openxmlformats.org/officeDocument/2006/relationships/notesMaster" Target="/ppt/notesMasters/notesMaster1.xml" Id="Rc94273d37a8141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a582998b384388" /><Relationship Type="http://schemas.openxmlformats.org/officeDocument/2006/relationships/notesMaster" Target="/ppt/notesMasters/notesMaster1.xml" Id="Rb9fb236246164a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457524f1a24a06" /><Relationship Type="http://schemas.openxmlformats.org/officeDocument/2006/relationships/notesMaster" Target="/ppt/notesMasters/notesMaster1.xml" Id="Reddb04e4d0914d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b2d1436904a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5378a9c82c4a1e" /><Relationship Type="http://schemas.openxmlformats.org/officeDocument/2006/relationships/slideLayout" Target="/ppt/slideLayouts/slideLayout1.xml" Id="Rf5cb24780e1a49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cb24780e1a49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7410835af4626" /><Relationship Type="http://schemas.openxmlformats.org/officeDocument/2006/relationships/notesSlide" Target="/ppt/notesSlides/notesSlide1.xml" Id="R4c565df2ab7841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dec7390664be3" /><Relationship Type="http://schemas.openxmlformats.org/officeDocument/2006/relationships/notesSlide" Target="/ppt/notesSlides/notesSlide2.xml" Id="Rb1cb353744e249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5a2d3959e4d2a" /><Relationship Type="http://schemas.openxmlformats.org/officeDocument/2006/relationships/notesSlide" Target="/ppt/notesSlides/notesSlide3.xml" Id="R32073c6c664e4f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341f20aae42b9" /><Relationship Type="http://schemas.openxmlformats.org/officeDocument/2006/relationships/notesSlide" Target="/ppt/notesSlides/notesSlide4.xml" Id="R9b314fd3235d4f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07E70-3C0B-46D1-8E48-28B4828C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8D571-1AEE-40CA-91DE-4037C973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leaders moved from intellectualising feelings towards recognising and expressing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2DF31-BAEC-4452-9555-754309A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F821B-1A5D-4B71-A48E-F6D8FB57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Feelings initially seemed irrelevant or unsafe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93486-4C2E-48EB-8A97-014BDF78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CBC4C-9FCA-4779-8894-B3E7CAB1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Several participants suppressed difficult emotions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CD05D-BAF6-446B-85A6-9B92A5E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4C026-043D-4581-AE6F-6B68285C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Coaching increased self-acceptance and emotional vocabulary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E9BFC-9AF5-4B2E-8B64-F568EDA9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BA44B-A8D8-4324-99D8-C0D14FDC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Awareness remained stronger inside the self than inside relationships</a:t>
            </a:r>
          </a:p>
        </p:txBody>
      </p:sp>
    </p:spTree>
    <p:extLst>
      <p:ext uri="{BB962C8B-B14F-4D97-AF65-F5344CB8AC3E}">
        <p14:creationId xmlns:p14="http://schemas.microsoft.com/office/powerpoint/2010/main" val="997190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4C240-66FC-4D79-9D16-7DB0C707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98E4D-1250-49FE-B0CA-6694E77D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Self-authorisation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C333B-796B-4A3F-A0BA-386C0DEB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Two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97ACA-A7B6-4EC8-B264-159D76B4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Tahmina Ghaffar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3DDF7-0C21-4A1F-AF81-D0E4C68E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01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0706F-8424-4EFC-B977-2F1AE0CA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5B19B-EB99-49D8-85C6-7026594B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External orientation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316F8-ACC1-44DE-BA3D-47D19D34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F0401-77BC-4316-9B12-FF2F665D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Internal 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BB63D-D311-4692-9E55-091B113D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Blaming the organisation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4317B-0A5A-417F-9D11-0AB726AE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Depending on formal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A0831-8FFB-4D54-8947-AE7C5264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Looking outward for permission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0009C-06CE-4938-A822-C4022C4A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04  Task-based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C30CC-EBC6-40A3-B416-AA1F2C1C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Taking responsibility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DDCD6-09B5-4485-818F-67EAADA1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Using personal principles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6A8A4-3534-4712-8966-7F3B7A6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Making conscious choices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BF58A-5F74-4381-8927-A506D11F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Drawing on inner resources</a:t>
            </a:r>
          </a:p>
        </p:txBody>
      </p:sp>
    </p:spTree>
    <p:extLst>
      <p:ext uri="{BB962C8B-B14F-4D97-AF65-F5344CB8AC3E}">
        <p14:creationId xmlns:p14="http://schemas.microsoft.com/office/powerpoint/2010/main" val="624503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4D182-DD31-4A0C-963D-1F8DFD5A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D9743-DB00-4240-BBBB-5F62C750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The interpersonal gap remained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0EAB0-B86A-47D3-AE77-07A8587A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Two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89911-D9DA-4627-B0D8-4690A42C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Tahmina Ghaffar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DE33A-3C94-4B7D-B905-630C8B0F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2EC45-E810-4A96-8E3E-65D6FA6D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92C16-3AAC-45B6-977B-574CEDAD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programme improved self-awareness more than the ability to develop other people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0382F-29C4-42F0-9733-958BFD62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09C8B-D26A-4BC8-9D19-68A00B66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Meetings remained content-driven and instructional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E480D-5E76-40AD-AE14-6753A70B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1729E-3BDA-49B2-9983-BBAE404F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Autocratic and telling styles limited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ADFD2-19BC-4E43-B3B1-74B2AC02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06759-C519-4CA0-B270-555DC9B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 missed emotional cues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CDE86-BB1D-4CFD-820B-380FD644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AEE7A-1E84-425B-A0C3-5B09524A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Listening, empathy and developmental conversation remained weak</a:t>
            </a:r>
          </a:p>
        </p:txBody>
      </p:sp>
    </p:spTree>
    <p:extLst>
      <p:ext uri="{BB962C8B-B14F-4D97-AF65-F5344CB8AC3E}">
        <p14:creationId xmlns:p14="http://schemas.microsoft.com/office/powerpoint/2010/main" val="1143344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B7553-C508-4414-8350-5B118C2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9FB41-82C0-41FB-B724-FF5C6F74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How the findings connect with 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3DDBF-BE9B-45AF-829E-CCF04E11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Two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6E7D7-52CC-4D71-998A-86DD761F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Tahmina Ghaffar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5BC3C-9D2B-49A5-B951-884F2757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203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01A85-74BA-481B-8D4A-DE19B6EA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954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8BD58-757C-4836-AD30-12F709E1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668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0B20B-8C11-4072-AEA2-059D747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097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Work engagement increased as leaders invested energy in people issues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508C4-40EC-4D6F-A45D-A98F9A3F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55253-AA6F-4F61-9BF0-BB7EEC07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1FE49-61A8-4ADA-A565-2C75368B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146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Sense of coherence improved as leadership became more understandable and meaningful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E56FC-CE56-45EA-B94F-BD5196A5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59EB2-7434-458F-AA06-3B6F16A8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A20B6-A962-4602-A533-85F21C68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Internal locus of control supported self-authorisation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72CC8-F6B2-4779-9E41-ECFDB0C6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1F37A-8A02-46AD-BA44-51ED5911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271B7-351B-4879-80BF-03E13A6A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244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Emotional intelligence developed mainly within the self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6FA7F-82B8-455B-982B-022524D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AF7AF-D7E2-403E-A8B3-FB8D2BF0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86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57DDB-57D5-480E-9264-D30238A9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293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Leadership style moved away from command, but active listening remained limited</a:t>
            </a:r>
          </a:p>
        </p:txBody>
      </p:sp>
    </p:spTree>
    <p:extLst>
      <p:ext uri="{BB962C8B-B14F-4D97-AF65-F5344CB8AC3E}">
        <p14:creationId xmlns:p14="http://schemas.microsoft.com/office/powerpoint/2010/main" val="1168422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2026-10-07T04:14:33.1410000Z</dcterms:created>
  <dcterms:modified xsi:type="dcterms:W3CDTF">2026-10-07T04:14:33.1410000Z</dcterms:modified>
</coreProperties>
</file>