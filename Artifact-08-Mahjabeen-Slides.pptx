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c3d239a0a143a0" /><Relationship Type="http://schemas.openxmlformats.org/officeDocument/2006/relationships/extended-properties" Target="/docProps/app.xml" Id="Rcaa073894e754ef5" /><Relationship Type="http://schemas.openxmlformats.org/officeDocument/2006/relationships/officeDocument" Target="/ppt/presentation.xml" Id="Rbe458e90f6c343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af93ee19ac4c09"/>
  </p:sldMasterIdLst>
  <p:notesMasterIdLst>
    <p:notesMasterId xmlns:r="http://schemas.openxmlformats.org/officeDocument/2006/relationships" r:id="R7f5a4bc53705417d"/>
  </p:notesMasterIdLst>
  <p:sldIdLst>
    <p:sldId xmlns:r="http://schemas.openxmlformats.org/officeDocument/2006/relationships" id="256" r:id="R903018e5ba674ee1"/>
    <p:sldId xmlns:r="http://schemas.openxmlformats.org/officeDocument/2006/relationships" id="257" r:id="R514b90450896469f"/>
    <p:sldId xmlns:r="http://schemas.openxmlformats.org/officeDocument/2006/relationships" id="258" r:id="R0482d1dff60c49f8"/>
    <p:sldId xmlns:r="http://schemas.openxmlformats.org/officeDocument/2006/relationships" id="259" r:id="Rdc3cb0ea8c6742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51d4b971434151" /><Relationship Type="http://schemas.openxmlformats.org/officeDocument/2006/relationships/slideMaster" Target="/ppt/slideMasters/slideMaster1.xml" Id="Rcaaf93ee19ac4c09" /><Relationship Type="http://schemas.openxmlformats.org/officeDocument/2006/relationships/notesMaster" Target="/ppt/notesMasters/notesMaster1.xml" Id="R7f5a4bc53705417d" /><Relationship Type="http://schemas.openxmlformats.org/officeDocument/2006/relationships/presProps" Target="/ppt/presProps.xml" Id="R57c44e004c384b67" /><Relationship Type="http://schemas.openxmlformats.org/officeDocument/2006/relationships/tableStyles" Target="/ppt/tableStyles.xml" Id="R1f5a52b011ac4e38" /><Relationship Type="http://schemas.openxmlformats.org/officeDocument/2006/relationships/slide" Target="/ppt/slides/slide1.xml" Id="R903018e5ba674ee1" /><Relationship Type="http://schemas.openxmlformats.org/officeDocument/2006/relationships/slide" Target="/ppt/slides/slide2.xml" Id="R514b90450896469f" /><Relationship Type="http://schemas.openxmlformats.org/officeDocument/2006/relationships/slide" Target="/ppt/slides/slide3.xml" Id="R0482d1dff60c49f8" /><Relationship Type="http://schemas.openxmlformats.org/officeDocument/2006/relationships/slide" Target="/ppt/slides/slide4.xml" Id="Rdc3cb0ea8c6742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a6b3d6fbeb4b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e62cb27daf41c7" /><Relationship Type="http://schemas.openxmlformats.org/officeDocument/2006/relationships/notesMaster" Target="/ppt/notesMasters/notesMaster1.xml" Id="R02357749d52042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f2617254874214" /><Relationship Type="http://schemas.openxmlformats.org/officeDocument/2006/relationships/notesMaster" Target="/ppt/notesMasters/notesMaster1.xml" Id="R2631042549e44e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af9993df774228" /><Relationship Type="http://schemas.openxmlformats.org/officeDocument/2006/relationships/notesMaster" Target="/ppt/notesMasters/notesMaster1.xml" Id="R6412b65eef4f4d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fed00ab4704b91" /><Relationship Type="http://schemas.openxmlformats.org/officeDocument/2006/relationships/notesMaster" Target="/ppt/notesMasters/notesMaster1.xml" Id="Rdf72cd08e34b40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59f28d59b4a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b5d615ac8a44d1" /><Relationship Type="http://schemas.openxmlformats.org/officeDocument/2006/relationships/slideLayout" Target="/ppt/slideLayouts/slideLayout1.xml" Id="Rfffd25565bfd4c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fd25565bfd4c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87803776d4a38" /><Relationship Type="http://schemas.openxmlformats.org/officeDocument/2006/relationships/notesSlide" Target="/ppt/notesSlides/notesSlide1.xml" Id="R2a9dfbb4d54d43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7b69f0cc24e67" /><Relationship Type="http://schemas.openxmlformats.org/officeDocument/2006/relationships/notesSlide" Target="/ppt/notesSlides/notesSlide2.xml" Id="Rb4abf6c00f5645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8cea469594245" /><Relationship Type="http://schemas.openxmlformats.org/officeDocument/2006/relationships/notesSlide" Target="/ppt/notesSlides/notesSlide3.xml" Id="Rde1a6dab831544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14cf4365347d9" /><Relationship Type="http://schemas.openxmlformats.org/officeDocument/2006/relationships/notesSlide" Target="/ppt/notesSlides/notesSlide4.xml" Id="R372638543ca044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2064E-9055-4FDD-A83B-0CF16DF8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954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51906-5D92-4CAC-955A-07F6ECFF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668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3FD04-A5DE-4129-BF66-9FF073BC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097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Intrapersonal awareness improved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AFE46-2768-48D8-856D-C3ECF75D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D8D2C-1F54-43DD-A971-9A42EE07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7FA44-4FF3-4865-BF61-7CE69368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146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Leaders identified and expressed needs and feelings more openly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E6D21-70EF-4828-BB27-8C80368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3A23A-C9A8-416C-B53F-1A473B9F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EFBD5-C9F6-4879-9713-01EFF78C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195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They understood the cognitive and emotional complexity of leadership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E56EC-96A8-4047-BC04-73F06871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04A49-177D-4118-AB69-5718A625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64EB2-5E1D-442E-A723-07EE874E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24400"/>
            <a:ext cx="891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programme did not sufficiently develop interpersonal effectiveness</a:t>
            </a:r>
          </a:p>
        </p:txBody>
      </p:sp>
    </p:spTree>
    <p:extLst>
      <p:ext uri="{BB962C8B-B14F-4D97-AF65-F5344CB8AC3E}">
        <p14:creationId xmlns:p14="http://schemas.microsoft.com/office/powerpoint/2010/main" val="2143419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57054-A65E-4133-A20E-65B75DA0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56CC7-734F-4574-A49E-9381A727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Critical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71ED0-1E9F-4E19-BF58-484C3146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Critical Evaluation and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4083B-5041-4EC0-8FB4-3D587F30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Mahjabeen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316B3-07A4-40FE-B837-15BBC0F0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01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23279-713B-4C7A-85DA-6E1B15C8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1154D-6CF0-4604-8258-37AC2E4D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77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7762"/>
                </a:solidFill>
                <a:latin typeface="Arial"/>
                <a:ea typeface="Arial"/>
                <a:cs typeface="Arial"/>
              </a:rPr>
              <a:t>Strengths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4961C-247B-4471-BDE1-199314E8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B25A7-3B1F-42C6-867E-39D0888E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EAF6F-2B85-481E-8D86-53C198A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01  Rich field notes and participant essays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E92D8-AB47-4C67-9E62-E6BABF8E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02  Clear connection between theory and observed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4519D-01A5-4D3D-ABB0-7189F4BB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03  Prolonged engagement and independent peer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5C378-504A-46B7-805F-F59494C5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04  Honest reporting of the programme's limitation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3B4CB-C71D-49D7-8F6B-E51CAEEE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5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Small convenience sample from one organisation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870AB-65A6-4CC5-8C1E-4E7FD117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Coach and researcher were the same person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CA633-22CE-4E01-B008-992BD162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Ten weeks may have been too short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87962-C5E6-415A-82FB-818725DE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Discourse analysis depended heavily on subjective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832900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49B1DF-2035-4F43-A668-D95404BC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7798A-14CD-4A69-B387-328E6EE0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What we would do differently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A3164-76EB-4E11-BD09-4AA89937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Critical Evaluation and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9F257-5908-4EA3-86CE-4F95306F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Mahjabeen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E6271-1EEE-4A39-8419-72B373E2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9DD82-6A5A-4B79-8147-0CB849B8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7444E-9AC7-4794-ABFB-C1F3693C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24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00995-87DF-455F-82F0-F2E4EDD0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66850"/>
            <a:ext cx="4210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Separate the coaching and research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773A8-9CD4-4C7B-B89F-398CF4A0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525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964A6-3D7A-4054-843E-AA15B7A3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24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82EFD-4875-41C7-8441-9FB2E138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66850"/>
            <a:ext cx="4210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Include interviews or observations by an independent researcher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F32B6-78F4-4720-83A5-C5FD766A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91FFD-116A-4E5C-9E4A-55B7F693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0C3BF-882D-408D-BB96-EEC8550B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90850"/>
            <a:ext cx="4210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Observe behaviour over a longer period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45D13-4544-4B92-9470-84CD6605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B188C-0AD1-482D-BDFE-CB355965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A2979-03E7-4CB9-8448-3EE9C369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90850"/>
            <a:ext cx="4210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Add feedback from direct reports and colleagues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F7D78-A200-46DD-9D0D-C4FCE12D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3AABC-7F82-4097-9521-7520AA5D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3B0BB9-527D-4E52-B578-0FD086AB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14850"/>
            <a:ext cx="4210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Practise listening and responding through role-play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5D3B3-B584-4802-A961-D710432B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11B23-4C74-4460-8DBA-4A3B1309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1162A-FA0B-4A98-A85C-059FA2CD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14850"/>
            <a:ext cx="4210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Follow participants after the programme</a:t>
            </a:r>
          </a:p>
        </p:txBody>
      </p:sp>
    </p:spTree>
    <p:extLst>
      <p:ext uri="{BB962C8B-B14F-4D97-AF65-F5344CB8AC3E}">
        <p14:creationId xmlns:p14="http://schemas.microsoft.com/office/powerpoint/2010/main" val="10238654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31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BE8A8-0682-436F-B516-AAAE6E79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Leadership implication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65484-AB3B-421C-ADF0-A39049B9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2400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Positive inner change matters only when other people can experience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3AFA0-275E-4861-9B4B-589B65DC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5E72B-9D19-4E67-895E-32B9F0BB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Integrate coaching with leadership-development programmes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F8E7A-1FBE-4E00-8C21-359ECBCB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42CD5-45FD-4626-A099-1AB2851C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Develop interpersonal skills as deliberately as self-awareness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2269A-87A9-45D9-9B56-7B576935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7CD5A-3414-41E9-8B04-8C285E4E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2430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Use observation, feedback and practice in real work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F9B55-1561-437E-9F9E-5606C1AC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1B9A6"/>
          </a:solidFill>
          <a:ln xmlns:a="http://schemas.openxmlformats.org/drawingml/2006/main" w="9525">
            <a:solidFill>
              <a:srgbClr val="31B9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4993F-1F3F-48CA-ADF2-C4DC2BD2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Treat difficult emotions as part of leadership rather than a failure of positivity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578CA-D7E6-481E-8411-50025392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67350"/>
            <a:ext cx="998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2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Final takeaway: self-awareness opens the door; relational behaviour determines whether leadership walks through it.</a:t>
            </a:r>
          </a:p>
        </p:txBody>
      </p:sp>
    </p:spTree>
    <p:extLst>
      <p:ext uri="{BB962C8B-B14F-4D97-AF65-F5344CB8AC3E}">
        <p14:creationId xmlns:p14="http://schemas.microsoft.com/office/powerpoint/2010/main" val="16991653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2026-10-07T04:14:44.0270000Z</dcterms:created>
  <dcterms:modified xsi:type="dcterms:W3CDTF">2026-10-07T04:14:44.0270000Z</dcterms:modified>
</coreProperties>
</file>